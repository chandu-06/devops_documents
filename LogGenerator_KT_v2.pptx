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Pipeline Demo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Generator Project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0" y="2606040"/>
            <a:ext cx="2194560" cy="502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46227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Chandu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46227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Technology  ·  Payment Data Programme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Onboarding Sprint — Tools I Learned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417320" cy="576072"/>
          </a:xfrm>
          <a:prstGeom prst="rect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9669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960120"/>
            <a:ext cx="6995160" cy="576072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93392" y="101498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GitFlow branching strategy, Pull Requests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417320" cy="576072"/>
          </a:xfrm>
          <a:prstGeom prst="rect">
            <a:avLst/>
          </a:prstGeom>
          <a:solidFill>
            <a:srgbClr val="D33833"/>
          </a:solidFill>
          <a:ln w="12700">
            <a:solidFill>
              <a:srgbClr val="D338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3677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1600200"/>
            <a:ext cx="69951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5506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pipelines, Declarative Pipeline, build automation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1417320" cy="576072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7685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2240280"/>
            <a:ext cx="6995160" cy="576072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22951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Containerisation, Dockerfile, internal Nexus3 registry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1417320" cy="57607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1693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2880360"/>
            <a:ext cx="69951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3392" y="293522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orchestration, deployments on HSBC IKP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20440"/>
            <a:ext cx="1417320" cy="576072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55701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3520440"/>
            <a:ext cx="6995160" cy="576072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93392" y="357530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 and deployment automation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What They Are &amp; Why They Matter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157276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87552"/>
            <a:ext cx="1572768" cy="182880"/>
          </a:xfrm>
          <a:prstGeom prst="rect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243584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" y="17647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72" y="2157984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all source code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GitFlow branching — clean separation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the Jenkins pipeline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956816" y="987552"/>
            <a:ext cx="157276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956816" y="987552"/>
            <a:ext cx="1572768" cy="182880"/>
          </a:xfrm>
          <a:prstGeom prst="rect">
            <a:avLst/>
          </a:prstGeom>
          <a:solidFill>
            <a:srgbClr val="D33833"/>
          </a:solidFill>
          <a:ln w="12700">
            <a:solidFill>
              <a:srgbClr val="D338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243584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0" y="17647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048256" y="2157984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the entire CI/CD pipeline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Pipeline stored in Git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 every code push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57600" y="987552"/>
            <a:ext cx="157276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0" y="987552"/>
            <a:ext cx="1572768" cy="18288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1243584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12464" y="17647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749040" y="2157984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app into a portable container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identically on any machine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stored in internal Nexus3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358384" y="987552"/>
            <a:ext cx="157276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358384" y="987552"/>
            <a:ext cx="1572768" cy="18288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1243584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13248" y="17647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449824" y="2157984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containers on HSBC IKP cluster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 if container crashes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limits protect shared cluster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7059168" y="987552"/>
            <a:ext cx="157276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059168" y="987552"/>
            <a:ext cx="1572768" cy="182880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1243584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14032" y="17647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150608" y="2157984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 &amp; automation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playbooks across projects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kubectl steps in pipeline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Tools Connect — Full Pipeline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737360"/>
            <a:ext cx="1261872" cy="1051560"/>
          </a:xfrm>
          <a:prstGeom prst="rect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81051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43230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lives here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09928" y="2258568"/>
            <a:ext cx="292608" cy="0"/>
          </a:xfrm>
          <a:prstGeom prst="line">
            <a:avLst/>
          </a:prstGeom>
          <a:noFill/>
          <a:ln w="25400">
            <a:solidFill>
              <a:srgbClr val="8A9C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01368" y="210312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8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39112" y="1737360"/>
            <a:ext cx="1261872" cy="1051560"/>
          </a:xfrm>
          <a:prstGeom prst="rect">
            <a:avLst/>
          </a:prstGeom>
          <a:solidFill>
            <a:srgbClr val="D33833"/>
          </a:solidFill>
          <a:ln w="12700">
            <a:solidFill>
              <a:srgbClr val="D338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39112" y="181051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39112" y="243230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everything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37560" y="2258568"/>
            <a:ext cx="292608" cy="0"/>
          </a:xfrm>
          <a:prstGeom prst="line">
            <a:avLst/>
          </a:prstGeom>
          <a:noFill/>
          <a:ln w="25400">
            <a:solidFill>
              <a:srgbClr val="8A9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10312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8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66744" y="1737360"/>
            <a:ext cx="1261872" cy="105156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66744" y="181051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66744" y="243230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created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65192" y="2258568"/>
            <a:ext cx="292608" cy="0"/>
          </a:xfrm>
          <a:prstGeom prst="line">
            <a:avLst/>
          </a:prstGeom>
          <a:noFill/>
          <a:ln w="25400">
            <a:solidFill>
              <a:srgbClr val="8A9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210312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8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94376" y="1737360"/>
            <a:ext cx="1261872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94376" y="181051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94376" y="243230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stored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92824" y="2258568"/>
            <a:ext cx="292608" cy="0"/>
          </a:xfrm>
          <a:prstGeom prst="line">
            <a:avLst/>
          </a:prstGeom>
          <a:noFill/>
          <a:ln w="25400">
            <a:solidFill>
              <a:srgbClr val="8A9C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84264" y="210312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8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22008" y="1737360"/>
            <a:ext cx="1261872" cy="105156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22008" y="1810512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22008" y="243230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IKP cluster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29992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by: Git push to  feature/log-generator  →  Jenkins auto-starts the pipeline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3401568"/>
            <a:ext cx="8321040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401568"/>
            <a:ext cx="91440" cy="804672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502152"/>
            <a:ext cx="347472" cy="34747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024128" y="3419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24128" y="371246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into the pipeline — Jenkins calls an Ansible playbook for deployment automation instead of running kubectl commands directly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Generator — Step by Step Pipeline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29184" cy="60350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" y="1005840"/>
            <a:ext cx="3648456" cy="603504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60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1344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pulls latest code from internal GitHub Enterprise (alm-github)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682496"/>
            <a:ext cx="329184" cy="6035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28216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" y="1682496"/>
            <a:ext cx="36484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" y="2020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Docker image from Dockerfile — base image pulled from internal Nexus3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359152"/>
            <a:ext cx="329184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04872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" y="2359152"/>
            <a:ext cx="3648456" cy="603504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4140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" y="2697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container — generate_log.sh executes and logs are captured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1344168"/>
            <a:ext cx="329184" cy="6035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389888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75504" y="1344168"/>
            <a:ext cx="3648456" cy="603504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1399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Nexus3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03520" y="16824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image is tagged and pushed to the internal Nexus3 Docker registry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020824"/>
            <a:ext cx="329184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066544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75504" y="2020824"/>
            <a:ext cx="36484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0756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Undeploy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03520" y="2359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applied to Kubernetes dev namespace, then cleaned up after log capture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960120"/>
            <a:ext cx="0" cy="283464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Tools — Key Benefits to the Team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1417320" cy="507492"/>
          </a:xfrm>
          <a:prstGeom prst="rect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33272"/>
            <a:ext cx="14173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GitFlow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0" y="987552"/>
            <a:ext cx="6995160" cy="507492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1033272"/>
            <a:ext cx="67208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always organised and safe. Feature branches keep everyone's work isolated. PRs ensure review before merging into develop.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549908"/>
            <a:ext cx="1417320" cy="507492"/>
          </a:xfrm>
          <a:prstGeom prst="rect">
            <a:avLst/>
          </a:prstGeom>
          <a:solidFill>
            <a:srgbClr val="D33833"/>
          </a:solidFill>
          <a:ln w="12700">
            <a:solidFill>
              <a:srgbClr val="D338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95628"/>
            <a:ext cx="14173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1549908"/>
            <a:ext cx="6995160" cy="50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595628"/>
            <a:ext cx="67208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steps — one Git push triggers the full pipeline. Same process every time, no human error, full audit trail.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12264"/>
            <a:ext cx="1417320" cy="507492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57984"/>
            <a:ext cx="14173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0" y="2112264"/>
            <a:ext cx="6995160" cy="507492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2157984"/>
            <a:ext cx="67208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environment differences. The container runs identically on a developer machine, Jenkins server, or Kubernetes cluster.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674620"/>
            <a:ext cx="1417320" cy="5074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720340"/>
            <a:ext cx="14173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0" y="2674620"/>
            <a:ext cx="6995160" cy="50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2720340"/>
            <a:ext cx="67208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security policy — all images go through the internal registry. Images are security-scanned and organisation-controlled.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236976"/>
            <a:ext cx="1417320" cy="50749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82696"/>
            <a:ext cx="14173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0" y="3236976"/>
            <a:ext cx="6995160" cy="507492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3282696"/>
            <a:ext cx="67208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restarts if a container crashes. Resource limits protect other workloads on the shared cluster. Scales easily as demand grows.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799332"/>
            <a:ext cx="1417320" cy="507492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845052"/>
            <a:ext cx="14173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0" y="3799332"/>
            <a:ext cx="6995160" cy="50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65960" y="3845052"/>
            <a:ext cx="67208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kubectl commands with reusable playbooks. One playbook deploys consistently to dev, test, and prod.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take any questions!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0" y="2697480"/>
            <a:ext cx="2194560" cy="502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" y="3246120"/>
            <a:ext cx="1417320" cy="347472"/>
          </a:xfrm>
          <a:prstGeom prst="rect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" y="3246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08860" y="3246120"/>
            <a:ext cx="1417320" cy="347472"/>
          </a:xfrm>
          <a:prstGeom prst="rect">
            <a:avLst/>
          </a:prstGeom>
          <a:solidFill>
            <a:srgbClr val="D33833"/>
          </a:solidFill>
          <a:ln w="12700">
            <a:solidFill>
              <a:srgbClr val="D338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8860" y="3246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63340" y="3246120"/>
            <a:ext cx="1417320" cy="347472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3340" y="3246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17820" y="3246120"/>
            <a:ext cx="1417320" cy="34747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17820" y="3246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72300" y="3246120"/>
            <a:ext cx="1417320" cy="347472"/>
          </a:xfrm>
          <a:prstGeom prst="rect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2300" y="3246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4622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Chandu  ·  HSBC Technology  ·  Payment Data Programme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2026-04-29T13:50:15Z</dcterms:created>
  <dcterms:modified xsi:type="dcterms:W3CDTF">2026-04-29T13:50:15Z</dcterms:modified>
</cp:coreProperties>
</file>